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06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026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04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0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51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06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0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94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02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16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47C3E-9622-4516-575F-DED3BD0764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1" b="8899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3823D-9E83-2161-91AD-523B20D43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892948" cy="342786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800" dirty="0">
                <a:solidFill>
                  <a:srgbClr val="FFFFFF"/>
                </a:solidFill>
              </a:rPr>
              <a:t>Hardening the air </a:t>
            </a:r>
            <a:r>
              <a:rPr lang="en-GB" sz="3800" dirty="0" err="1">
                <a:solidFill>
                  <a:srgbClr val="FFFFFF"/>
                </a:solidFill>
              </a:rPr>
              <a:t>defense</a:t>
            </a:r>
            <a:r>
              <a:rPr lang="en-GB" sz="3800" dirty="0">
                <a:solidFill>
                  <a:srgbClr val="FFFFFF"/>
                </a:solidFill>
              </a:rPr>
              <a:t> decision loop with AI to optimize interceptor allocation against UAVs</a:t>
            </a:r>
            <a:endParaRPr lang="en-SE" sz="3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043B5-E2BB-F5AC-3C7F-D2B72058B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970" y="5253051"/>
            <a:ext cx="4892948" cy="812923"/>
          </a:xfrm>
        </p:spPr>
        <p:txBody>
          <a:bodyPr anchor="t">
            <a:normAutofit/>
          </a:bodyPr>
          <a:lstStyle/>
          <a:p>
            <a:r>
              <a:rPr lang="en-SE">
                <a:solidFill>
                  <a:srgbClr val="FFFFFF"/>
                </a:solidFill>
              </a:rPr>
              <a:t>PiuPiuDefense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3268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9952-26D0-D60E-419E-E4D943FE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648222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66D4-3991-6FA8-1D26-DEC1331D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1660880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AA73-811A-66A1-D583-3ED57A79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4051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AA10-4DA7-98F6-6B30-A5D05BCF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75203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0D6A-EC9E-4D68-6E99-4573A4E19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623AC-60A0-5CB5-1DAA-A03D9E1024EE}"/>
              </a:ext>
            </a:extLst>
          </p:cNvPr>
          <p:cNvSpPr txBox="1"/>
          <p:nvPr/>
        </p:nvSpPr>
        <p:spPr>
          <a:xfrm>
            <a:off x="640079" y="2468881"/>
            <a:ext cx="10890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dirty="0"/>
              <a:t>Our delta?</a:t>
            </a:r>
            <a:br>
              <a:rPr lang="en-SE" dirty="0"/>
            </a:br>
            <a:r>
              <a:rPr lang="en-SE" dirty="0"/>
              <a:t>- From Zero to Hero!</a:t>
            </a:r>
          </a:p>
        </p:txBody>
      </p:sp>
    </p:spTree>
    <p:extLst>
      <p:ext uri="{BB962C8B-B14F-4D97-AF65-F5344CB8AC3E}">
        <p14:creationId xmlns:p14="http://schemas.microsoft.com/office/powerpoint/2010/main" val="449870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2B2CA-42AB-9F29-DF49-55026047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173D9-61A1-345F-E7E7-30F484701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1" b="8899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1E1C8-652F-04FB-15AC-073A2D14F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892948" cy="3427867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Thank you!</a:t>
            </a:r>
            <a:br>
              <a:rPr lang="en-GB">
                <a:solidFill>
                  <a:srgbClr val="FFFFFF"/>
                </a:solidFill>
              </a:rPr>
            </a:br>
            <a:r>
              <a:rPr lang="en-GB">
                <a:solidFill>
                  <a:srgbClr val="FFFFFF"/>
                </a:solidFill>
              </a:rPr>
              <a:t>Questions?</a:t>
            </a:r>
            <a:endParaRPr lang="en-SE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40BDF-B8E6-2174-10E0-98ED02211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970" y="5253051"/>
            <a:ext cx="4892948" cy="812923"/>
          </a:xfrm>
        </p:spPr>
        <p:txBody>
          <a:bodyPr anchor="t">
            <a:normAutofit/>
          </a:bodyPr>
          <a:lstStyle/>
          <a:p>
            <a:r>
              <a:rPr lang="en-SE" dirty="0">
                <a:solidFill>
                  <a:srgbClr val="FFFFFF"/>
                </a:solidFill>
              </a:rPr>
              <a:t>PiuPiuDefense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935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</Words>
  <Application>Microsoft Macintosh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Hardening the air defense decision loop with AI to optimize interceptor allocation against UAVs</vt:lpstr>
      <vt:lpstr>Introduction</vt:lpstr>
      <vt:lpstr>Background</vt:lpstr>
      <vt:lpstr>Methodology</vt:lpstr>
      <vt:lpstr>Results</vt:lpstr>
      <vt:lpstr>Conclusion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Antunes</dc:creator>
  <cp:lastModifiedBy>Pedro Antunes</cp:lastModifiedBy>
  <cp:revision>2</cp:revision>
  <dcterms:created xsi:type="dcterms:W3CDTF">2026-04-25T18:07:14Z</dcterms:created>
  <dcterms:modified xsi:type="dcterms:W3CDTF">2026-04-25T18:14:53Z</dcterms:modified>
</cp:coreProperties>
</file>